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 ·  IGS RD5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5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東方四聖獸 × Vegas 1v1 對戰老虎機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"4 Beasts of the East meets 1v1 Vegas-style PvP slots"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108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IGS 第一款 1v1 PvP slot  /  IGS's first 1v1 PvP slot battle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109728" cy="109728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520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spirits × 7 SPEC meta 機制  /  8 spirits across 7 locked meta mechanics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109728" cy="109728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931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PWA · 500k spin sim 已驗證  /  Live PWA · 500k-spin sim verified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0" y="3108960"/>
            <a:ext cx="1005840" cy="1005840"/>
          </a:xfrm>
          <a:prstGeom prst="rect">
            <a:avLst/>
          </a:prstGeom>
          <a:solidFill>
            <a:srgbClr val="F5EDE0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3108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42062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igs-maxwu.github.io/cmj2-dual-slots-pixi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5760" y="48508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Slots Battle  ·  IGS RD5  · 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48508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PRs / Single Session / Zero Spec Drift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為什麼是現在 / Why 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亞洲 1v1 PvP slot 市場仍空白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競品定位 / Competitor positioning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840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IGS 既有 slot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/ RNG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3840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Master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2423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Social Layer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840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Slotomania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2926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/ Tournament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554480"/>
            <a:ext cx="3840480" cy="242316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16" name="Shape 14"/>
          <p:cNvSpPr/>
          <p:nvPr/>
        </p:nvSpPr>
        <p:spPr>
          <a:xfrm>
            <a:off x="4846320" y="1554480"/>
            <a:ext cx="91440" cy="24231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我們在這 / We are here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1031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1v1 PvP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5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Slot Battle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029200" y="32461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打彼此，不打 RNG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fight each other,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random number generator.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這個 niche 還沒有 dominant player；本專案 prove 出 design + tech foundation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508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Slots Battle  ·  IGS RD5  · 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48508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PRs / Single Session / Zero Spec Drift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核心玩法 / Core Gameplay 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一場 ~3-5 分鐘 · 平均 8.46 round 分勝負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8745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187452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0D142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5-pick Draft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5 from 8 spirits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246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HP × 5 = 5000 team HP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1691640"/>
            <a:ext cx="18745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1691640"/>
            <a:ext cx="187452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4" name="Shape 12"/>
          <p:cNvSpPr/>
          <p:nvPr/>
        </p:nvSpPr>
        <p:spPr>
          <a:xfrm>
            <a:off x="2788920" y="1965960"/>
            <a:ext cx="457200" cy="457200"/>
          </a:xfrm>
          <a:prstGeom prst="ellipse">
            <a:avLst/>
          </a:prstGeom>
          <a:solidFill>
            <a:srgbClr val="0D1421"/>
          </a:solidFill>
          <a:ln/>
        </p:spPr>
      </p:sp>
      <p:sp>
        <p:nvSpPr>
          <p:cNvPr id="15" name="Text 13"/>
          <p:cNvSpPr/>
          <p:nvPr/>
        </p:nvSpPr>
        <p:spPr>
          <a:xfrm>
            <a:off x="27889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88920" y="2560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共享 5×3 Reel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88920" y="2880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5×3 reel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88920" y="3246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雙方同時看同一個 grid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691640"/>
            <a:ext cx="18745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691640"/>
            <a:ext cx="187452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0" y="1965960"/>
            <a:ext cx="457200" cy="457200"/>
          </a:xfrm>
          <a:prstGeom prst="ellipse">
            <a:avLst/>
          </a:prstGeom>
          <a:solidFill>
            <a:srgbClr val="0D1421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46320" y="2560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雙效 Spin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2880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Dual-outcome spin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246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coin + Opponent HP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20840" y="1691640"/>
            <a:ext cx="18745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20840" y="1691640"/>
            <a:ext cx="187452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8" name="Shape 26"/>
          <p:cNvSpPr/>
          <p:nvPr/>
        </p:nvSpPr>
        <p:spPr>
          <a:xfrm>
            <a:off x="6903720" y="1965960"/>
            <a:ext cx="457200" cy="457200"/>
          </a:xfrm>
          <a:prstGeom prst="ellipse">
            <a:avLst/>
          </a:prstGeom>
          <a:solidFill>
            <a:srgbClr val="0D1421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03720" y="25603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結算 / Resolve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03720" y="2880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resolves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03720" y="3246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~8.46 rounds avg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關鍵設計：A 從 col 0、B 從 col 4 獨立 ways evaluation — 共享視覺、獨立計算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8508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Slots Battle  ·  IGS RD5  ·  2026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65760" y="48508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PRs / Single Session / Zero Spec Drift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四聖獸系統 / 4-Beast Clan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spirits across 4 clans · 每 clan 獨特 passive · 水墨 ink-wash 視覺主題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874520" cy="137160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青龍 Azure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 dmg on 4+ way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691640"/>
            <a:ext cx="1874520" cy="1371600"/>
          </a:xfrm>
          <a:prstGeom prst="rect">
            <a:avLst/>
          </a:prstGeom>
          <a:solidFill>
            <a:srgbClr val="E8E4D8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8288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白虎 White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0" y="2240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560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-10% damage taken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691640"/>
            <a:ext cx="1874520" cy="137160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8288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朱雀 Vermilion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00600" y="2240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560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Coin-on-kill bonus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1691640"/>
            <a:ext cx="1874520" cy="13716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8288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玄武 Black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0" y="2240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Tortoise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25603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Last-alive shield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80467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337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策略深度 / Strategic Depth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6576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階段思考組隊 → </a:t>
            </a:r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 stack 爆發大 / Tiger 全隊耐打 / Phoenix coin 流派 / Tortoise carry 扛 / 兩 clan 共鳴觸發 ×1.5 Resonance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8508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Slots Battle  ·  IGS RD5  · 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760" y="48508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PRs / Single Session / Zero Spec Drift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種 Meta 機制 / 7 SPEC §15 Mechanics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業界級 slot engine · 14 PRs in single session · zero spec drift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16128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1161288" cy="54864"/>
          </a:xfrm>
          <a:prstGeom prst="rect">
            <a:avLst/>
          </a:prstGeom>
          <a:solidFill>
            <a:srgbClr val="5A637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82880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978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97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替代任意 + ×2 mult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755648" y="1691640"/>
            <a:ext cx="116128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55648" y="1691640"/>
            <a:ext cx="1161288" cy="54864"/>
          </a:xfrm>
          <a:prstGeom prst="rect">
            <a:avLst/>
          </a:prstGeom>
          <a:solidFill>
            <a:srgbClr val="5A6378"/>
          </a:solidFill>
          <a:ln/>
        </p:spPr>
      </p:sp>
      <p:sp>
        <p:nvSpPr>
          <p:cNvPr id="12" name="Text 10"/>
          <p:cNvSpPr/>
          <p:nvPr/>
        </p:nvSpPr>
        <p:spPr>
          <a:xfrm>
            <a:off x="1847088" y="182880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47088" y="2103120"/>
            <a:ext cx="978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47088" y="2468880"/>
            <a:ext cx="97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觸發 Free Spin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08376" y="1691640"/>
            <a:ext cx="116128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08376" y="1691640"/>
            <a:ext cx="1161288" cy="54864"/>
          </a:xfrm>
          <a:prstGeom prst="rect">
            <a:avLst/>
          </a:prstGeom>
          <a:solidFill>
            <a:srgbClr val="5A6378"/>
          </a:solidFill>
          <a:ln/>
        </p:spPr>
      </p:sp>
      <p:sp>
        <p:nvSpPr>
          <p:cNvPr id="17" name="Text 15"/>
          <p:cNvSpPr/>
          <p:nvPr/>
        </p:nvSpPr>
        <p:spPr>
          <a:xfrm>
            <a:off x="3099816" y="182880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99816" y="2103120"/>
            <a:ext cx="978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99816" y="2468880"/>
            <a:ext cx="97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連勝 mult 1→2×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61104" y="1691640"/>
            <a:ext cx="116128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61104" y="1691640"/>
            <a:ext cx="1161288" cy="54864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2" name="Text 20"/>
          <p:cNvSpPr/>
          <p:nvPr/>
        </p:nvSpPr>
        <p:spPr>
          <a:xfrm>
            <a:off x="4352544" y="182880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52544" y="2103120"/>
            <a:ext cx="978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Resonance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52544" y="2468880"/>
            <a:ext cx="97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 clan 共鳴 ×1.5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513832" y="1691640"/>
            <a:ext cx="116128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13832" y="1691640"/>
            <a:ext cx="1161288" cy="54864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7" name="Text 25"/>
          <p:cNvSpPr/>
          <p:nvPr/>
        </p:nvSpPr>
        <p:spPr>
          <a:xfrm>
            <a:off x="5605272" y="182880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05272" y="2103120"/>
            <a:ext cx="978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05272" y="2468880"/>
            <a:ext cx="97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紫魂 stack 3+ proc 500HP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766560" y="1691640"/>
            <a:ext cx="116128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0" y="1691640"/>
            <a:ext cx="1161288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182880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2103120"/>
            <a:ext cx="978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Spin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0" y="2468880"/>
            <a:ext cx="97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spins ×2 bet=0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019288" y="1691640"/>
            <a:ext cx="116128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19288" y="1691640"/>
            <a:ext cx="1161288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7" name="Text 35"/>
          <p:cNvSpPr/>
          <p:nvPr/>
        </p:nvSpPr>
        <p:spPr>
          <a:xfrm>
            <a:off x="8110728" y="1828800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10728" y="2103120"/>
            <a:ext cx="978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Jackpot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110728" y="2468880"/>
            <a:ext cx="978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NT$5M/500k/50k 持久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2920" y="3383280"/>
            <a:ext cx="182880" cy="137160"/>
          </a:xfrm>
          <a:prstGeom prst="rect">
            <a:avLst/>
          </a:prstGeom>
          <a:solidFill>
            <a:srgbClr val="5A6378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基礎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46120" y="3383280"/>
            <a:ext cx="182880" cy="13716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43" name="Text 41"/>
          <p:cNvSpPr/>
          <p:nvPr/>
        </p:nvSpPr>
        <p:spPr>
          <a:xfrm>
            <a:off x="347472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· 差異化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89320" y="3383280"/>
            <a:ext cx="182880" cy="1371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· 旗艦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" y="3931920"/>
            <a:ext cx="8138160" cy="640080"/>
          </a:xfrm>
          <a:prstGeom prst="rect">
            <a:avLst/>
          </a:prstGeom>
          <a:solidFill>
            <a:srgbClr val="0D1421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7 mechanics shipped in PRs #121–#134 · Single session · 2026-04-27 · Zero spec drift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65760" y="48508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Slots Battle  ·  IGS RD5  ·  2026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65760" y="48508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PRs / Single Session / Zero Spec Drift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數據驗證 / Sim Validation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Mulberry32 PRNG · 10k rounds × 50 runs = 500k spins · 全 metric 命中 SPEC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99339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39112" y="1828800"/>
            <a:ext cx="320040" cy="320040"/>
          </a:xfrm>
          <a:prstGeom prst="ellipse">
            <a:avLst/>
          </a:prstGeom>
          <a:solidFill>
            <a:srgbClr val="8FBF7F"/>
          </a:solidFill>
          <a:ln/>
        </p:spPr>
      </p:sp>
      <p:sp>
        <p:nvSpPr>
          <p:cNvPr id="7" name="Text 5"/>
          <p:cNvSpPr/>
          <p:nvPr/>
        </p:nvSpPr>
        <p:spPr>
          <a:xfrm>
            <a:off x="2039112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108.74%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 RTP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95-110%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87752" y="1691640"/>
            <a:ext cx="199339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23944" y="1828800"/>
            <a:ext cx="320040" cy="320040"/>
          </a:xfrm>
          <a:prstGeom prst="ellipse">
            <a:avLst/>
          </a:prstGeom>
          <a:solidFill>
            <a:srgbClr val="8FBF7F"/>
          </a:solidFill>
          <a:ln/>
        </p:spPr>
      </p:sp>
      <p:sp>
        <p:nvSpPr>
          <p:cNvPr id="13" name="Text 11"/>
          <p:cNvSpPr/>
          <p:nvPr/>
        </p:nvSpPr>
        <p:spPr>
          <a:xfrm>
            <a:off x="4123944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24912" y="219456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0.2152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724912" y="30175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Spin / match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24912" y="32918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0.15-0.30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72584" y="1691640"/>
            <a:ext cx="199339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08776" y="1828800"/>
            <a:ext cx="320040" cy="320040"/>
          </a:xfrm>
          <a:prstGeom prst="ellipse">
            <a:avLst/>
          </a:prstGeom>
          <a:solidFill>
            <a:srgbClr val="8FBF7F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09744" y="219456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0.00024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809744" y="30175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 / match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9744" y="32918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&lt; 0.01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57416" y="1691640"/>
            <a:ext cx="199339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93608" y="1828800"/>
            <a:ext cx="320040" cy="320040"/>
          </a:xfrm>
          <a:prstGeom prst="ellipse">
            <a:avLst/>
          </a:prstGeom>
          <a:solidFill>
            <a:srgbClr val="8FBF7F"/>
          </a:solidFill>
          <a:ln/>
        </p:spPr>
      </p:sp>
      <p:sp>
        <p:nvSpPr>
          <p:cNvPr id="25" name="Text 23"/>
          <p:cNvSpPr/>
          <p:nvPr/>
        </p:nvSpPr>
        <p:spPr>
          <a:xfrm>
            <a:off x="8293608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94576" y="2194560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8.46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894576" y="30175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/ match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94576" y="32918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~8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場關鍵 metric 都在 SPEC band 中段，不需 retune；JP RTP contribution 只 0.84%（progressive 慢累積）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8508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Slots Battle  ·  IGS RD5  ·  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5760" y="48508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PRs / Single Session / Zero Spec Drift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視覺品質 / Visual Quality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SOS2 atlas FX + Pixi.js 8 GlowFilter + 300+ asset frames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606040" cy="1280160"/>
          </a:xfrm>
          <a:prstGeom prst="rect">
            <a:avLst/>
          </a:prstGeom>
          <a:solidFill>
            <a:srgbClr val="F5EDE0">
              <a:alpha val="10000"/>
            </a:srgbClr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783080"/>
            <a:ext cx="2423160" cy="768096"/>
          </a:xfrm>
          <a:prstGeom prst="rect">
            <a:avLst/>
          </a:prstGeom>
          <a:solidFill>
            <a:srgbClr val="C9A961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83080"/>
            <a:ext cx="2423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?demo=1 截圖 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485339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青龍 Dragon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7977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Fire-wave dual slash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46120" y="1691640"/>
            <a:ext cx="2606040" cy="1280160"/>
          </a:xfrm>
          <a:prstGeom prst="rect">
            <a:avLst/>
          </a:prstGeom>
          <a:solidFill>
            <a:srgbClr val="F5EDE0">
              <a:alpha val="10000"/>
            </a:srgbClr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783080"/>
            <a:ext cx="2423160" cy="768096"/>
          </a:xfrm>
          <a:prstGeom prst="rect">
            <a:avLst/>
          </a:prstGeom>
          <a:solidFill>
            <a:srgbClr val="C9A961">
              <a:alpha val="3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783080"/>
            <a:ext cx="2423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?demo=1 截圖 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2485339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白虎 Tiger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77977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radial flash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89320" y="1691640"/>
            <a:ext cx="2606040" cy="1280160"/>
          </a:xfrm>
          <a:prstGeom prst="rect">
            <a:avLst/>
          </a:prstGeom>
          <a:solidFill>
            <a:srgbClr val="F5EDE0">
              <a:alpha val="10000"/>
            </a:srgbClr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783080"/>
            <a:ext cx="2423160" cy="768096"/>
          </a:xfrm>
          <a:prstGeom prst="rect">
            <a:avLst/>
          </a:prstGeom>
          <a:solidFill>
            <a:srgbClr val="C9A961">
              <a:alpha val="3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1783080"/>
            <a:ext cx="2423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?demo=1 截圖 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2485339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玄武 Tortoise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277977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Smoke-stomp impact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3108960"/>
            <a:ext cx="2606040" cy="1280160"/>
          </a:xfrm>
          <a:prstGeom prst="rect">
            <a:avLst/>
          </a:prstGeom>
          <a:solidFill>
            <a:srgbClr val="F5EDE0">
              <a:alpha val="10000"/>
            </a:srgbClr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200400"/>
            <a:ext cx="2423160" cy="768096"/>
          </a:xfrm>
          <a:prstGeom prst="rect">
            <a:avLst/>
          </a:prstGeom>
          <a:solidFill>
            <a:srgbClr val="C9A961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200400"/>
            <a:ext cx="2423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?demo=1 截圖 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902659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朱雀 Phoenix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19709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Flame-arrow trail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46120" y="3108960"/>
            <a:ext cx="2606040" cy="1280160"/>
          </a:xfrm>
          <a:prstGeom prst="rect">
            <a:avLst/>
          </a:prstGeom>
          <a:solidFill>
            <a:srgbClr val="F5EDE0">
              <a:alpha val="10000"/>
            </a:srgbClr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3200400"/>
            <a:ext cx="2423160" cy="768096"/>
          </a:xfrm>
          <a:prstGeom prst="rect">
            <a:avLst/>
          </a:prstGeom>
          <a:solidFill>
            <a:srgbClr val="C9A961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337560" y="3200400"/>
            <a:ext cx="2423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?demo=1 截圖 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3902659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JP Ceremony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419709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天/地/人 3-tier full-screen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89320" y="3108960"/>
            <a:ext cx="2606040" cy="1280160"/>
          </a:xfrm>
          <a:prstGeom prst="rect">
            <a:avLst/>
          </a:prstGeom>
          <a:solidFill>
            <a:srgbClr val="F5EDE0">
              <a:alpha val="10000"/>
            </a:srgbClr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3200400"/>
            <a:ext cx="2423160" cy="768096"/>
          </a:xfrm>
          <a:prstGeom prst="rect">
            <a:avLst/>
          </a:prstGeom>
          <a:solidFill>
            <a:srgbClr val="C9A961">
              <a:alpha val="3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080760" y="3200400"/>
            <a:ext cx="2423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?demo=1 截圖 ]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26480" y="3902659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BigWin / NearWin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26480" y="419709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Non-JP overlay + teaser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替換截圖：node 跑 puppeteer 訪問 ?demo=1 → 自動 capture 6 張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8508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Slots Battle  ·  IGS RD5  ·  2026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48508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PRs / Single Session / Zero Spec Drift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技術交付 / Tech Foundation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 wireframe，是真實可玩 PWA · 掃 QR code 30 秒體驗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技術棧 / Tech Stack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109728" cy="109728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756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Pixi.js 8 + TypeScript + Vite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532888"/>
            <a:ext cx="109728" cy="109728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597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installable · workbox 162 entry precache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916936"/>
            <a:ext cx="109728" cy="109728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437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壓縮 13MB → 5.9MB (webp Q82 + mp3 48kbps CBR)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300984"/>
            <a:ext cx="109728" cy="109728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278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auto-deploy · GitHub Actions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685032"/>
            <a:ext cx="109728" cy="109728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118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Mulberry32 seeded PRNG · ScaleCalculator 解析公式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1691640"/>
            <a:ext cx="2788920" cy="2788920"/>
          </a:xfrm>
          <a:prstGeom prst="rect">
            <a:avLst/>
          </a:prstGeom>
          <a:solidFill>
            <a:srgbClr val="0D1421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874520"/>
            <a:ext cx="2423160" cy="2423160"/>
          </a:xfrm>
          <a:prstGeom prst="rect">
            <a:avLst/>
          </a:prstGeom>
          <a:solidFill>
            <a:srgbClr val="F5EDE0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874520"/>
            <a:ext cx="2423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Live Demo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52160" y="452628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igs-maxwu.github.io/cmj2-dual-slots-pixi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8508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Slots Battle  ·  IGS RD5  · 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48508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PRs / Single Session / Zero Spec Drift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商業可行性 / Business Case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/ Monetization / LiveOps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9319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4864" cy="128016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30-45 男 · 亞洲市場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30-45 male, Asian market — IGS extension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91640"/>
            <a:ext cx="39319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691640"/>
            <a:ext cx="54864" cy="128016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 100/500/2000 + IAP gem packs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2560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bets + JP pool + IAP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3154680"/>
            <a:ext cx="39319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154680"/>
            <a:ext cx="54864" cy="128016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IAP Wireframe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SKU · NT$30 ~ 1990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4023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6-pack ladder vs MyCard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3154680"/>
            <a:ext cx="39319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3154680"/>
            <a:ext cx="54864" cy="1280160"/>
          </a:xfrm>
          <a:prstGeom prst="rect">
            <a:avLst/>
          </a:prstGeom>
          <a:solidFill>
            <a:srgbClr val="C73E1D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LiveOps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 pass + new clan + 共鳴 tournament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4023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engine extensible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4297680"/>
            <a:ext cx="8138160" cy="457200"/>
          </a:xfrm>
          <a:prstGeom prst="rect">
            <a:avLst/>
          </a:prstGeom>
          <a:solidFill>
            <a:srgbClr val="C73E1D">
              <a:alpha val="15000"/>
            </a:srgbClr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Owner 待補：競品月流水比較資料（Marketing team）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8508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Slots Battle  ·  IGS RD5  ·  2026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" y="48508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PRs / Single Session / Zero Spec Drift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· Phase 1 → 2 → 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已完成 · Phase 2 預估 4-6 月人月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69748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5A63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2697480" cy="457200"/>
          </a:xfrm>
          <a:prstGeom prst="rect">
            <a:avLst/>
          </a:prstGeom>
          <a:solidFill>
            <a:srgbClr val="5A637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468880"/>
            <a:ext cx="109728" cy="109728"/>
          </a:xfrm>
          <a:prstGeom prst="ellipse">
            <a:avLst/>
          </a:prstGeom>
          <a:solidFill>
            <a:srgbClr val="5A637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048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mechanics 7/7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926080"/>
            <a:ext cx="109728" cy="109728"/>
          </a:xfrm>
          <a:prstGeom prst="ellipse">
            <a:avLst/>
          </a:prstGeom>
          <a:solidFill>
            <a:srgbClr val="5A637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8620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polish 4/4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383280"/>
            <a:ext cx="109728" cy="109728"/>
          </a:xfrm>
          <a:prstGeom prst="ellipse">
            <a:avLst/>
          </a:prstGeom>
          <a:solidFill>
            <a:srgbClr val="5A637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3192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平衡 RTP 95-110%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1691640"/>
            <a:ext cx="269748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691640"/>
            <a:ext cx="2697480" cy="4572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737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4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1737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600" kern="0" dirty="0">
                <a:solidFill>
                  <a:srgbClr val="0D1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0" y="2468880"/>
            <a:ext cx="109728" cy="109728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20" name="Text 18"/>
          <p:cNvSpPr/>
          <p:nvPr/>
        </p:nvSpPr>
        <p:spPr>
          <a:xfrm>
            <a:off x="3703320" y="24048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IAP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0" y="2926080"/>
            <a:ext cx="109728" cy="109728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22" name="Text 20"/>
          <p:cNvSpPr/>
          <p:nvPr/>
        </p:nvSpPr>
        <p:spPr>
          <a:xfrm>
            <a:off x="3703320" y="28620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 server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0" y="3383280"/>
            <a:ext cx="109728" cy="109728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24" name="Text 22"/>
          <p:cNvSpPr/>
          <p:nvPr/>
        </p:nvSpPr>
        <p:spPr>
          <a:xfrm>
            <a:off x="3703320" y="33192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ops infra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1691640"/>
            <a:ext cx="269748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B8AC9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1691640"/>
            <a:ext cx="2697480" cy="457200"/>
          </a:xfrm>
          <a:prstGeom prst="rect">
            <a:avLst/>
          </a:prstGeom>
          <a:solidFill>
            <a:srgbClr val="B8AC92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1737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1737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2468880"/>
            <a:ext cx="109728" cy="109728"/>
          </a:xfrm>
          <a:prstGeom prst="ellipse">
            <a:avLst/>
          </a:prstGeom>
          <a:solidFill>
            <a:srgbClr val="B8AC92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24048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LiveOps content engine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2926080"/>
            <a:ext cx="109728" cy="109728"/>
          </a:xfrm>
          <a:prstGeom prst="ellipse">
            <a:avLst/>
          </a:prstGeom>
          <a:solidFill>
            <a:srgbClr val="B8AC92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28620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海外市場開拓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3383280"/>
            <a:ext cx="109728" cy="109728"/>
          </a:xfrm>
          <a:prstGeom prst="ellipse">
            <a:avLst/>
          </a:prstGeom>
          <a:solidFill>
            <a:srgbClr val="B8AC92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33192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pass / new clan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solidFill>
            <a:srgbClr val="C73E1D">
              <a:alpha val="15000"/>
            </a:srgbClr>
          </a:solidFill>
          <a:ln w="12700">
            <a:solidFill>
              <a:srgbClr val="C73E1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73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Owner 待補：Phase 2 詳細 budget + team 配置（BE 工程師人數 / 開工時程）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8508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Slots Battle  ·  IGS RD5  ·  2026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5760" y="48508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PRs / Single Session / Zero Spec Drift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掃 QR · 玩 30 秒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play 30 seconds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0" y="1691640"/>
            <a:ext cx="2194560" cy="2194560"/>
          </a:xfrm>
          <a:prstGeom prst="rect">
            <a:avLst/>
          </a:prstGeom>
          <a:solidFill>
            <a:srgbClr val="F5EDE0"/>
          </a:solidFill>
          <a:ln w="3810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0" y="16916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live demo URL 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最有感的機制？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616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engaging mechanic?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D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最大顧慮？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43616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concern?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48508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8A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maxwu / IGS RD5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D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/ FAQ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material for technical / business deep-dive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9319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Raw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756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500k spin JSON 完整輸出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2768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All metrics in target band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4780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MemPalace drawer e2bd3099c7999bbf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91640"/>
            <a:ext cx="39319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Details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0756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Mulberry32 seeded PRNG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22768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243-Ways evaluation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24780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ScaleCalculator analytical EV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26791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JackpotPool localStorage v1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154680"/>
            <a:ext cx="39319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538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SOS2 atlas: licensed art set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739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Noto Sans CJK: open source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9410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4 Beasts IP: public domain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3154680"/>
            <a:ext cx="39319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5A63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Canon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5387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MemPalace drawer e2bd3099c7999bbf (Sprint 6)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3739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MemPalace drawer 49bb64972c81b328 (Sprint 7)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39410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PRs #121-#134 git log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8508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Slots Battle  ·  IGS RD5  ·  2026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" y="48508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PRs / Single Session / Zero Spec Drift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Dual Slots Battle — IGS RD5 Pitch</dc:title>
  <dc:subject>PptxGenJS Presentation</dc:subject>
  <dc:creator>IGS RD5 / maxwu</dc:creator>
  <cp:lastModifiedBy>IGS RD5 / maxwu</cp:lastModifiedBy>
  <cp:revision>1</cp:revision>
  <dcterms:created xsi:type="dcterms:W3CDTF">2026-04-27T07:40:39Z</dcterms:created>
  <dcterms:modified xsi:type="dcterms:W3CDTF">2026-04-27T07:40:39Z</dcterms:modified>
</cp:coreProperties>
</file>